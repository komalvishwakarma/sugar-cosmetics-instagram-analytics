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al Vishwakarma" userId="7430a636649a86c5" providerId="LiveId" clId="{84B01075-F3CB-43A2-AADA-3A97E5D6E1A8}"/>
    <pc:docChg chg="custSel addSld modSld sldOrd">
      <pc:chgData name="Komal Vishwakarma" userId="7430a636649a86c5" providerId="LiveId" clId="{84B01075-F3CB-43A2-AADA-3A97E5D6E1A8}" dt="2025-11-15T14:40:20.443" v="325" actId="1076"/>
      <pc:docMkLst>
        <pc:docMk/>
      </pc:docMkLst>
      <pc:sldChg chg="addSp modSp new mod">
        <pc:chgData name="Komal Vishwakarma" userId="7430a636649a86c5" providerId="LiveId" clId="{84B01075-F3CB-43A2-AADA-3A97E5D6E1A8}" dt="2025-11-15T14:40:20.443" v="325" actId="1076"/>
        <pc:sldMkLst>
          <pc:docMk/>
          <pc:sldMk cId="4035548075" sldId="256"/>
        </pc:sldMkLst>
        <pc:spChg chg="mod">
          <ac:chgData name="Komal Vishwakarma" userId="7430a636649a86c5" providerId="LiveId" clId="{84B01075-F3CB-43A2-AADA-3A97E5D6E1A8}" dt="2025-11-15T14:40:20.443" v="325" actId="1076"/>
          <ac:spMkLst>
            <pc:docMk/>
            <pc:sldMk cId="4035548075" sldId="256"/>
            <ac:spMk id="2" creationId="{39BF2E2F-3091-31F9-CF92-2B41D8D4523B}"/>
          </ac:spMkLst>
        </pc:spChg>
        <pc:spChg chg="mod">
          <ac:chgData name="Komal Vishwakarma" userId="7430a636649a86c5" providerId="LiveId" clId="{84B01075-F3CB-43A2-AADA-3A97E5D6E1A8}" dt="2025-11-15T13:47:33.760" v="13" actId="1076"/>
          <ac:spMkLst>
            <pc:docMk/>
            <pc:sldMk cId="4035548075" sldId="256"/>
            <ac:spMk id="3" creationId="{5E74127D-C003-E250-1B95-D17242BD2480}"/>
          </ac:spMkLst>
        </pc:spChg>
        <pc:spChg chg="add mod">
          <ac:chgData name="Komal Vishwakarma" userId="7430a636649a86c5" providerId="LiveId" clId="{84B01075-F3CB-43A2-AADA-3A97E5D6E1A8}" dt="2025-11-15T14:39:53.495" v="323" actId="1076"/>
          <ac:spMkLst>
            <pc:docMk/>
            <pc:sldMk cId="4035548075" sldId="256"/>
            <ac:spMk id="4" creationId="{544A22E1-BB37-36A2-B919-0D72CF208FF9}"/>
          </ac:spMkLst>
        </pc:spChg>
      </pc:sldChg>
      <pc:sldChg chg="addSp modSp new mod">
        <pc:chgData name="Komal Vishwakarma" userId="7430a636649a86c5" providerId="LiveId" clId="{84B01075-F3CB-43A2-AADA-3A97E5D6E1A8}" dt="2025-11-15T13:54:00.790" v="52" actId="113"/>
        <pc:sldMkLst>
          <pc:docMk/>
          <pc:sldMk cId="3439978670" sldId="257"/>
        </pc:sldMkLst>
        <pc:spChg chg="mod">
          <ac:chgData name="Komal Vishwakarma" userId="7430a636649a86c5" providerId="LiveId" clId="{84B01075-F3CB-43A2-AADA-3A97E5D6E1A8}" dt="2025-11-15T13:54:00.790" v="52" actId="113"/>
          <ac:spMkLst>
            <pc:docMk/>
            <pc:sldMk cId="3439978670" sldId="257"/>
            <ac:spMk id="2" creationId="{81716FCF-35BB-38E9-F495-C8E8B555B53F}"/>
          </ac:spMkLst>
        </pc:spChg>
        <pc:spChg chg="mod">
          <ac:chgData name="Komal Vishwakarma" userId="7430a636649a86c5" providerId="LiveId" clId="{84B01075-F3CB-43A2-AADA-3A97E5D6E1A8}" dt="2025-11-15T13:52:15.972" v="46" actId="1076"/>
          <ac:spMkLst>
            <pc:docMk/>
            <pc:sldMk cId="3439978670" sldId="257"/>
            <ac:spMk id="3" creationId="{165F57EC-EC24-219A-D748-1EF67DED68A0}"/>
          </ac:spMkLst>
        </pc:spChg>
        <pc:picChg chg="add mod modCrop">
          <ac:chgData name="Komal Vishwakarma" userId="7430a636649a86c5" providerId="LiveId" clId="{84B01075-F3CB-43A2-AADA-3A97E5D6E1A8}" dt="2025-11-15T13:52:04.172" v="39" actId="1076"/>
          <ac:picMkLst>
            <pc:docMk/>
            <pc:sldMk cId="3439978670" sldId="257"/>
            <ac:picMk id="5" creationId="{2A4F8DBC-BFB0-EAE2-4519-28CF4CFC3346}"/>
          </ac:picMkLst>
        </pc:picChg>
      </pc:sldChg>
      <pc:sldChg chg="addSp delSp modSp new mod">
        <pc:chgData name="Komal Vishwakarma" userId="7430a636649a86c5" providerId="LiveId" clId="{84B01075-F3CB-43A2-AADA-3A97E5D6E1A8}" dt="2025-11-15T14:00:13.056" v="78" actId="1076"/>
        <pc:sldMkLst>
          <pc:docMk/>
          <pc:sldMk cId="1720772889" sldId="258"/>
        </pc:sldMkLst>
        <pc:spChg chg="mod">
          <ac:chgData name="Komal Vishwakarma" userId="7430a636649a86c5" providerId="LiveId" clId="{84B01075-F3CB-43A2-AADA-3A97E5D6E1A8}" dt="2025-11-15T13:59:36.754" v="71" actId="1076"/>
          <ac:spMkLst>
            <pc:docMk/>
            <pc:sldMk cId="1720772889" sldId="258"/>
            <ac:spMk id="2" creationId="{11B0383F-54E0-ED49-D2D7-91F6084D918C}"/>
          </ac:spMkLst>
        </pc:spChg>
        <pc:spChg chg="del">
          <ac:chgData name="Komal Vishwakarma" userId="7430a636649a86c5" providerId="LiveId" clId="{84B01075-F3CB-43A2-AADA-3A97E5D6E1A8}" dt="2025-11-15T13:54:49.305" v="57"/>
          <ac:spMkLst>
            <pc:docMk/>
            <pc:sldMk cId="1720772889" sldId="258"/>
            <ac:spMk id="3" creationId="{345BEDB0-A54D-0B92-6969-C1FBA15907E2}"/>
          </ac:spMkLst>
        </pc:spChg>
        <pc:spChg chg="add mod">
          <ac:chgData name="Komal Vishwakarma" userId="7430a636649a86c5" providerId="LiveId" clId="{84B01075-F3CB-43A2-AADA-3A97E5D6E1A8}" dt="2025-11-15T14:00:13.056" v="78" actId="1076"/>
          <ac:spMkLst>
            <pc:docMk/>
            <pc:sldMk cId="1720772889" sldId="258"/>
            <ac:spMk id="4" creationId="{DB2A2567-4F3C-0817-22D1-D7622C4D790E}"/>
          </ac:spMkLst>
        </pc:spChg>
        <pc:picChg chg="add mod modCrop">
          <ac:chgData name="Komal Vishwakarma" userId="7430a636649a86c5" providerId="LiveId" clId="{84B01075-F3CB-43A2-AADA-3A97E5D6E1A8}" dt="2025-11-15T13:59:56.405" v="76" actId="1076"/>
          <ac:picMkLst>
            <pc:docMk/>
            <pc:sldMk cId="1720772889" sldId="258"/>
            <ac:picMk id="6" creationId="{23C2C64B-33CA-6FC2-018C-1925D438348B}"/>
          </ac:picMkLst>
        </pc:picChg>
      </pc:sldChg>
      <pc:sldChg chg="addSp delSp modSp new mod">
        <pc:chgData name="Komal Vishwakarma" userId="7430a636649a86c5" providerId="LiveId" clId="{84B01075-F3CB-43A2-AADA-3A97E5D6E1A8}" dt="2025-11-15T14:06:30.533" v="106" actId="1076"/>
        <pc:sldMkLst>
          <pc:docMk/>
          <pc:sldMk cId="1565789939" sldId="259"/>
        </pc:sldMkLst>
        <pc:spChg chg="mod">
          <ac:chgData name="Komal Vishwakarma" userId="7430a636649a86c5" providerId="LiveId" clId="{84B01075-F3CB-43A2-AADA-3A97E5D6E1A8}" dt="2025-11-15T14:06:30.533" v="106" actId="1076"/>
          <ac:spMkLst>
            <pc:docMk/>
            <pc:sldMk cId="1565789939" sldId="259"/>
            <ac:spMk id="2" creationId="{26E36874-3536-CBFD-C49F-08F1DB8F593A}"/>
          </ac:spMkLst>
        </pc:spChg>
        <pc:spChg chg="del">
          <ac:chgData name="Komal Vishwakarma" userId="7430a636649a86c5" providerId="LiveId" clId="{84B01075-F3CB-43A2-AADA-3A97E5D6E1A8}" dt="2025-11-15T14:03:53.154" v="80" actId="931"/>
          <ac:spMkLst>
            <pc:docMk/>
            <pc:sldMk cId="1565789939" sldId="259"/>
            <ac:spMk id="3" creationId="{991F34EE-6435-6A02-5FFE-2D45E2F2C9A9}"/>
          </ac:spMkLst>
        </pc:spChg>
        <pc:picChg chg="add mod modCrop">
          <ac:chgData name="Komal Vishwakarma" userId="7430a636649a86c5" providerId="LiveId" clId="{84B01075-F3CB-43A2-AADA-3A97E5D6E1A8}" dt="2025-11-15T14:06:24.276" v="104" actId="1076"/>
          <ac:picMkLst>
            <pc:docMk/>
            <pc:sldMk cId="1565789939" sldId="259"/>
            <ac:picMk id="5" creationId="{47C922F5-1AF2-C80E-C055-198F7CC12F74}"/>
          </ac:picMkLst>
        </pc:picChg>
      </pc:sldChg>
      <pc:sldChg chg="addSp delSp modSp new mod">
        <pc:chgData name="Komal Vishwakarma" userId="7430a636649a86c5" providerId="LiveId" clId="{84B01075-F3CB-43A2-AADA-3A97E5D6E1A8}" dt="2025-11-15T14:12:31.360" v="141" actId="1076"/>
        <pc:sldMkLst>
          <pc:docMk/>
          <pc:sldMk cId="3288818146" sldId="260"/>
        </pc:sldMkLst>
        <pc:spChg chg="mod">
          <ac:chgData name="Komal Vishwakarma" userId="7430a636649a86c5" providerId="LiveId" clId="{84B01075-F3CB-43A2-AADA-3A97E5D6E1A8}" dt="2025-11-15T14:08:41.477" v="112" actId="27636"/>
          <ac:spMkLst>
            <pc:docMk/>
            <pc:sldMk cId="3288818146" sldId="260"/>
            <ac:spMk id="2" creationId="{05E2FC7F-A232-8254-7009-E6D22BC759FF}"/>
          </ac:spMkLst>
        </pc:spChg>
        <pc:spChg chg="del">
          <ac:chgData name="Komal Vishwakarma" userId="7430a636649a86c5" providerId="LiveId" clId="{84B01075-F3CB-43A2-AADA-3A97E5D6E1A8}" dt="2025-11-15T14:09:12.199" v="113"/>
          <ac:spMkLst>
            <pc:docMk/>
            <pc:sldMk cId="3288818146" sldId="260"/>
            <ac:spMk id="3" creationId="{1A03A98B-5A78-3871-D368-AD49A2B3D8FB}"/>
          </ac:spMkLst>
        </pc:spChg>
        <pc:spChg chg="add mod">
          <ac:chgData name="Komal Vishwakarma" userId="7430a636649a86c5" providerId="LiveId" clId="{84B01075-F3CB-43A2-AADA-3A97E5D6E1A8}" dt="2025-11-15T14:12:16.559" v="137" actId="1076"/>
          <ac:spMkLst>
            <pc:docMk/>
            <pc:sldMk cId="3288818146" sldId="260"/>
            <ac:spMk id="4" creationId="{4FA36BD0-5DE9-395C-A3DA-BA50272A0014}"/>
          </ac:spMkLst>
        </pc:spChg>
        <pc:picChg chg="add mod modCrop">
          <ac:chgData name="Komal Vishwakarma" userId="7430a636649a86c5" providerId="LiveId" clId="{84B01075-F3CB-43A2-AADA-3A97E5D6E1A8}" dt="2025-11-15T14:12:31.360" v="141" actId="1076"/>
          <ac:picMkLst>
            <pc:docMk/>
            <pc:sldMk cId="3288818146" sldId="260"/>
            <ac:picMk id="6" creationId="{67D07FB0-7AAE-001C-5BF4-48A714356977}"/>
          </ac:picMkLst>
        </pc:picChg>
      </pc:sldChg>
      <pc:sldChg chg="addSp delSp modSp new mod ord">
        <pc:chgData name="Komal Vishwakarma" userId="7430a636649a86c5" providerId="LiveId" clId="{84B01075-F3CB-43A2-AADA-3A97E5D6E1A8}" dt="2025-11-15T14:18:50.121" v="177" actId="27636"/>
        <pc:sldMkLst>
          <pc:docMk/>
          <pc:sldMk cId="804585165" sldId="261"/>
        </pc:sldMkLst>
        <pc:spChg chg="del">
          <ac:chgData name="Komal Vishwakarma" userId="7430a636649a86c5" providerId="LiveId" clId="{84B01075-F3CB-43A2-AADA-3A97E5D6E1A8}" dt="2025-11-15T14:12:57.142" v="144"/>
          <ac:spMkLst>
            <pc:docMk/>
            <pc:sldMk cId="804585165" sldId="261"/>
            <ac:spMk id="2" creationId="{301123CE-20AB-AD4D-47A4-E13CB04F0142}"/>
          </ac:spMkLst>
        </pc:spChg>
        <pc:spChg chg="mod">
          <ac:chgData name="Komal Vishwakarma" userId="7430a636649a86c5" providerId="LiveId" clId="{84B01075-F3CB-43A2-AADA-3A97E5D6E1A8}" dt="2025-11-15T14:17:43.304" v="165" actId="27636"/>
          <ac:spMkLst>
            <pc:docMk/>
            <pc:sldMk cId="804585165" sldId="261"/>
            <ac:spMk id="3" creationId="{F76F45AA-9607-E222-75C3-A0F7A672DB6B}"/>
          </ac:spMkLst>
        </pc:spChg>
        <pc:spChg chg="add mod">
          <ac:chgData name="Komal Vishwakarma" userId="7430a636649a86c5" providerId="LiveId" clId="{84B01075-F3CB-43A2-AADA-3A97E5D6E1A8}" dt="2025-11-15T14:18:50.121" v="177" actId="27636"/>
          <ac:spMkLst>
            <pc:docMk/>
            <pc:sldMk cId="804585165" sldId="261"/>
            <ac:spMk id="4" creationId="{030A45C6-2755-0046-D99C-54CDAC0268C8}"/>
          </ac:spMkLst>
        </pc:spChg>
        <pc:picChg chg="add mod modCrop">
          <ac:chgData name="Komal Vishwakarma" userId="7430a636649a86c5" providerId="LiveId" clId="{84B01075-F3CB-43A2-AADA-3A97E5D6E1A8}" dt="2025-11-15T14:18:09.745" v="169" actId="1076"/>
          <ac:picMkLst>
            <pc:docMk/>
            <pc:sldMk cId="804585165" sldId="261"/>
            <ac:picMk id="6" creationId="{76557009-A581-A6BA-07CD-C4C0BEBF6168}"/>
          </ac:picMkLst>
        </pc:picChg>
      </pc:sldChg>
      <pc:sldChg chg="addSp delSp modSp new mod">
        <pc:chgData name="Komal Vishwakarma" userId="7430a636649a86c5" providerId="LiveId" clId="{84B01075-F3CB-43A2-AADA-3A97E5D6E1A8}" dt="2025-11-15T14:23:24.727" v="191" actId="1076"/>
        <pc:sldMkLst>
          <pc:docMk/>
          <pc:sldMk cId="2091380674" sldId="262"/>
        </pc:sldMkLst>
        <pc:spChg chg="mod">
          <ac:chgData name="Komal Vishwakarma" userId="7430a636649a86c5" providerId="LiveId" clId="{84B01075-F3CB-43A2-AADA-3A97E5D6E1A8}" dt="2025-11-15T14:18:43.535" v="175" actId="27636"/>
          <ac:spMkLst>
            <pc:docMk/>
            <pc:sldMk cId="2091380674" sldId="262"/>
            <ac:spMk id="2" creationId="{B81A140B-199D-0901-78D6-23DDDBA250B5}"/>
          </ac:spMkLst>
        </pc:spChg>
        <pc:spChg chg="del">
          <ac:chgData name="Komal Vishwakarma" userId="7430a636649a86c5" providerId="LiveId" clId="{84B01075-F3CB-43A2-AADA-3A97E5D6E1A8}" dt="2025-11-15T14:20:06.624" v="178"/>
          <ac:spMkLst>
            <pc:docMk/>
            <pc:sldMk cId="2091380674" sldId="262"/>
            <ac:spMk id="3" creationId="{D65C6686-DE12-552F-6290-F85DA83B74DF}"/>
          </ac:spMkLst>
        </pc:spChg>
        <pc:spChg chg="add mod">
          <ac:chgData name="Komal Vishwakarma" userId="7430a636649a86c5" providerId="LiveId" clId="{84B01075-F3CB-43A2-AADA-3A97E5D6E1A8}" dt="2025-11-15T14:23:04.235" v="189" actId="1076"/>
          <ac:spMkLst>
            <pc:docMk/>
            <pc:sldMk cId="2091380674" sldId="262"/>
            <ac:spMk id="4" creationId="{9B76A882-D387-96FE-7F8F-73324FB6B0C4}"/>
          </ac:spMkLst>
        </pc:spChg>
        <pc:picChg chg="add mod modCrop">
          <ac:chgData name="Komal Vishwakarma" userId="7430a636649a86c5" providerId="LiveId" clId="{84B01075-F3CB-43A2-AADA-3A97E5D6E1A8}" dt="2025-11-15T14:23:24.727" v="191" actId="1076"/>
          <ac:picMkLst>
            <pc:docMk/>
            <pc:sldMk cId="2091380674" sldId="262"/>
            <ac:picMk id="6" creationId="{502F070F-5897-B441-6C5E-94ABD95263A1}"/>
          </ac:picMkLst>
        </pc:picChg>
      </pc:sldChg>
      <pc:sldChg chg="addSp delSp modSp new mod">
        <pc:chgData name="Komal Vishwakarma" userId="7430a636649a86c5" providerId="LiveId" clId="{84B01075-F3CB-43A2-AADA-3A97E5D6E1A8}" dt="2025-11-15T14:28:23.196" v="242" actId="1076"/>
        <pc:sldMkLst>
          <pc:docMk/>
          <pc:sldMk cId="3085994265" sldId="263"/>
        </pc:sldMkLst>
        <pc:spChg chg="mod">
          <ac:chgData name="Komal Vishwakarma" userId="7430a636649a86c5" providerId="LiveId" clId="{84B01075-F3CB-43A2-AADA-3A97E5D6E1A8}" dt="2025-11-15T14:28:23.196" v="242" actId="1076"/>
          <ac:spMkLst>
            <pc:docMk/>
            <pc:sldMk cId="3085994265" sldId="263"/>
            <ac:spMk id="2" creationId="{BE74E5CA-36CC-53C5-D72F-91AC2701BC1E}"/>
          </ac:spMkLst>
        </pc:spChg>
        <pc:spChg chg="del">
          <ac:chgData name="Komal Vishwakarma" userId="7430a636649a86c5" providerId="LiveId" clId="{84B01075-F3CB-43A2-AADA-3A97E5D6E1A8}" dt="2025-11-15T14:25:05.864" v="193" actId="931"/>
          <ac:spMkLst>
            <pc:docMk/>
            <pc:sldMk cId="3085994265" sldId="263"/>
            <ac:spMk id="3" creationId="{A76D99F9-9788-94DC-5F4B-4F4CB4CC36CB}"/>
          </ac:spMkLst>
        </pc:spChg>
        <pc:spChg chg="add del mod">
          <ac:chgData name="Komal Vishwakarma" userId="7430a636649a86c5" providerId="LiveId" clId="{84B01075-F3CB-43A2-AADA-3A97E5D6E1A8}" dt="2025-11-15T14:26:25.166" v="205" actId="931"/>
          <ac:spMkLst>
            <pc:docMk/>
            <pc:sldMk cId="3085994265" sldId="263"/>
            <ac:spMk id="7" creationId="{6299D589-69A9-75A1-F964-FECE06F7AEA7}"/>
          </ac:spMkLst>
        </pc:spChg>
        <pc:picChg chg="add del mod modCrop">
          <ac:chgData name="Komal Vishwakarma" userId="7430a636649a86c5" providerId="LiveId" clId="{84B01075-F3CB-43A2-AADA-3A97E5D6E1A8}" dt="2025-11-15T14:26:14.506" v="204" actId="478"/>
          <ac:picMkLst>
            <pc:docMk/>
            <pc:sldMk cId="3085994265" sldId="263"/>
            <ac:picMk id="5" creationId="{68328F88-CE84-AC1A-5265-4021F29945D4}"/>
          </ac:picMkLst>
        </pc:picChg>
        <pc:picChg chg="add mod modCrop">
          <ac:chgData name="Komal Vishwakarma" userId="7430a636649a86c5" providerId="LiveId" clId="{84B01075-F3CB-43A2-AADA-3A97E5D6E1A8}" dt="2025-11-15T14:28:15.073" v="240" actId="1076"/>
          <ac:picMkLst>
            <pc:docMk/>
            <pc:sldMk cId="3085994265" sldId="263"/>
            <ac:picMk id="9" creationId="{41A670B6-F0A1-6E4D-D3E5-68BC3606A880}"/>
          </ac:picMkLst>
        </pc:picChg>
      </pc:sldChg>
      <pc:sldChg chg="addSp delSp modSp new mod">
        <pc:chgData name="Komal Vishwakarma" userId="7430a636649a86c5" providerId="LiveId" clId="{84B01075-F3CB-43A2-AADA-3A97E5D6E1A8}" dt="2025-11-15T14:33:03.765" v="271" actId="1076"/>
        <pc:sldMkLst>
          <pc:docMk/>
          <pc:sldMk cId="58556678" sldId="264"/>
        </pc:sldMkLst>
        <pc:spChg chg="mod">
          <ac:chgData name="Komal Vishwakarma" userId="7430a636649a86c5" providerId="LiveId" clId="{84B01075-F3CB-43A2-AADA-3A97E5D6E1A8}" dt="2025-11-15T14:31:30.663" v="255" actId="1076"/>
          <ac:spMkLst>
            <pc:docMk/>
            <pc:sldMk cId="58556678" sldId="264"/>
            <ac:spMk id="2" creationId="{CA592867-B661-3D44-815F-C5EDD48D70AA}"/>
          </ac:spMkLst>
        </pc:spChg>
        <pc:spChg chg="del">
          <ac:chgData name="Komal Vishwakarma" userId="7430a636649a86c5" providerId="LiveId" clId="{84B01075-F3CB-43A2-AADA-3A97E5D6E1A8}" dt="2025-11-15T14:30:54.764" v="248" actId="931"/>
          <ac:spMkLst>
            <pc:docMk/>
            <pc:sldMk cId="58556678" sldId="264"/>
            <ac:spMk id="3" creationId="{2ED07662-6E17-38DB-7756-5EF05DF7A6CA}"/>
          </ac:spMkLst>
        </pc:spChg>
        <pc:spChg chg="add mod">
          <ac:chgData name="Komal Vishwakarma" userId="7430a636649a86c5" providerId="LiveId" clId="{84B01075-F3CB-43A2-AADA-3A97E5D6E1A8}" dt="2025-11-15T14:33:03.765" v="271" actId="1076"/>
          <ac:spMkLst>
            <pc:docMk/>
            <pc:sldMk cId="58556678" sldId="264"/>
            <ac:spMk id="7" creationId="{246FAB2F-BC55-FFC9-136C-AE0EC11EBFFF}"/>
          </ac:spMkLst>
        </pc:spChg>
        <pc:picChg chg="add mod">
          <ac:chgData name="Komal Vishwakarma" userId="7430a636649a86c5" providerId="LiveId" clId="{84B01075-F3CB-43A2-AADA-3A97E5D6E1A8}" dt="2025-11-15T14:32:37.841" v="268" actId="1035"/>
          <ac:picMkLst>
            <pc:docMk/>
            <pc:sldMk cId="58556678" sldId="264"/>
            <ac:picMk id="5" creationId="{40637B4C-F398-E7C0-5EC2-1E39463DF8E4}"/>
          </ac:picMkLst>
        </pc:picChg>
      </pc:sldChg>
      <pc:sldChg chg="addSp delSp modSp new mod">
        <pc:chgData name="Komal Vishwakarma" userId="7430a636649a86c5" providerId="LiveId" clId="{84B01075-F3CB-43A2-AADA-3A97E5D6E1A8}" dt="2025-11-15T14:36:36.664" v="290" actId="1076"/>
        <pc:sldMkLst>
          <pc:docMk/>
          <pc:sldMk cId="84520272" sldId="265"/>
        </pc:sldMkLst>
        <pc:spChg chg="mod">
          <ac:chgData name="Komal Vishwakarma" userId="7430a636649a86c5" providerId="LiveId" clId="{84B01075-F3CB-43A2-AADA-3A97E5D6E1A8}" dt="2025-11-15T14:34:01.461" v="277" actId="27636"/>
          <ac:spMkLst>
            <pc:docMk/>
            <pc:sldMk cId="84520272" sldId="265"/>
            <ac:spMk id="2" creationId="{58D7D19F-5880-3D65-2A44-4DA7904F064F}"/>
          </ac:spMkLst>
        </pc:spChg>
        <pc:spChg chg="del">
          <ac:chgData name="Komal Vishwakarma" userId="7430a636649a86c5" providerId="LiveId" clId="{84B01075-F3CB-43A2-AADA-3A97E5D6E1A8}" dt="2025-11-15T14:34:57.944" v="278"/>
          <ac:spMkLst>
            <pc:docMk/>
            <pc:sldMk cId="84520272" sldId="265"/>
            <ac:spMk id="3" creationId="{91556355-931F-DCA0-CF2A-6CD02A60357C}"/>
          </ac:spMkLst>
        </pc:spChg>
        <pc:spChg chg="add mod">
          <ac:chgData name="Komal Vishwakarma" userId="7430a636649a86c5" providerId="LiveId" clId="{84B01075-F3CB-43A2-AADA-3A97E5D6E1A8}" dt="2025-11-15T14:36:36.664" v="290" actId="1076"/>
          <ac:spMkLst>
            <pc:docMk/>
            <pc:sldMk cId="84520272" sldId="265"/>
            <ac:spMk id="4" creationId="{E4B0A8C3-F242-8773-8AC5-4FF17E3361B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826A-FDF6-7D0A-DE48-7C85DE06D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BE9CA-B6F4-6A57-4BB8-8A8D6CED7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41325-BBFB-336F-893D-077FCA64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1B9D7-511D-F79A-426A-A101ABC1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0C529-7DD9-27E4-0910-2DFE2E1D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21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9E77-5C2E-DAEF-F769-BA5F260E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7D99-8F7D-D1A4-B5E2-4796C48D5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39D1B-692B-65D3-7BED-D1E07ED3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9D728-1626-D1C0-BEC1-1B11AF411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0C54B-A05F-7674-5FF2-C05B2742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14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7C5A-AAAE-572F-0005-744A76EA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BF45E-9ACB-A564-3104-DA4E2CEB6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08FFE-6AC7-B5E4-BEBC-D3F601CA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78D70-813E-3D59-3F82-64AF69FC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E488D-E5D9-C9C7-5BC2-D559D1E4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62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CBAA-95CC-198B-051A-3E509351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56270-3CE6-C52C-8323-67F81C622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3B4AA-5B79-EE20-722C-311E0369A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8F9EE-A951-6DDB-1518-7B69576B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3379-7274-DB88-98E9-484C806A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EB89F-3F88-CEC9-DF7A-8C4EB827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40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C093-9857-D62E-C115-955D15471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979F1-265E-911B-5D9D-517FF86B5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47449-4207-6260-CC5C-99E07BDEA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3F427-2ADF-334A-91DC-380842020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0FA08-FF55-4A7F-B0A4-E0ED7F78C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3FACC-EBC7-5062-E367-C91DDF90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46884-147D-39E5-CCD4-92AABBCE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1D8E1-0F09-BB4B-37D0-77FC7161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05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38DE-4B34-30CE-512A-432593AB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4F39A-729C-752F-224C-613CAACD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233F5-FAEA-4D89-A988-2712CF2B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76A7F-9C02-BCD6-63B6-6E73577C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39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A1028-36AC-0014-2E88-F7806391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D488E-35B7-C4BE-5B99-E42FF8ABC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9E915-5A82-FF8F-0A15-3E9943C9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64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5A1A-ED31-0DAC-BA1F-4C4D5453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6C267-BC81-0820-69B4-0FF65743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43B3E-5F99-D767-D38A-5F51950E6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4E218-F2A8-62B2-5F93-28A3236E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4C7C2-D43A-3884-59B1-CC3AF9C3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96C3B-D856-86D6-E79A-D0C2783F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28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935C-9515-D78E-BE70-B0D8C9BF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259A-07F6-CAE6-A9BE-87D0F6498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FCAAA-834D-7531-4DD9-5A0BBAA1A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AB1A3-40AA-B3D2-2856-72B509D5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86C24-C151-9F89-7647-DEEBE3647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137A-952B-1357-A5DA-D4A7C4F1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63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30EA-FFD6-6B31-1524-29EE5DB8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BD509-ECD1-D366-D8F3-19E204D63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9FEF0-66FC-AF38-67EC-9E985C06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F626B-9B67-39AB-1F88-46D4CBDD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AA08A-EB8C-7285-374B-D08AE744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7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43E1E-7626-8C98-2450-C16B99395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B9BB0-B145-F0FB-F8F5-2B1D9C3FD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4C53F-588C-AE62-1BE0-C1CF9F01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D7ADE-E122-4C04-1AE6-E39424A1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5148B-C769-E003-80F3-3E1FBBDF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7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38A06-C12B-4E82-BB32-F0E5670A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C6E19-3D9B-2D35-53A0-6BD919DFF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43555-5C58-5576-3420-DBC718BA5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50F5B-2DC1-4585-AC21-097076AC3A4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B2BBB-5D04-7D3C-E6EE-066656682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ED53C-978C-B9ED-60E1-B82913475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B5027-3ACD-48CB-80D5-E8FD6BA3D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24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2E2F-3091-31F9-CF92-2B41D8D45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2047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Instagram Performance Analytics for Sugar Cosmetics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4127D-C003-E250-1B95-D17242BD2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0191"/>
            <a:ext cx="9144000" cy="550237"/>
          </a:xfrm>
        </p:spPr>
        <p:txBody>
          <a:bodyPr/>
          <a:lstStyle/>
          <a:p>
            <a:r>
              <a:rPr lang="en-US" dirty="0"/>
              <a:t>Data-Driven Strategies for Audience Growth and Engagement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4A22E1-BB37-36A2-B919-0D72CF208FF9}"/>
              </a:ext>
            </a:extLst>
          </p:cNvPr>
          <p:cNvSpPr txBox="1">
            <a:spLocks/>
          </p:cNvSpPr>
          <p:nvPr/>
        </p:nvSpPr>
        <p:spPr>
          <a:xfrm>
            <a:off x="1524000" y="4150428"/>
            <a:ext cx="9144000" cy="550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- By Komal S. Vishwakarma</a:t>
            </a:r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54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6FCF-35BB-38E9-F495-C8E8B555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14"/>
            <a:ext cx="10515600" cy="62422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F57EC-EC24-219A-D748-1EF67DED6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5035"/>
            <a:ext cx="10515600" cy="2525845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Massive Brand Awareness:</a:t>
            </a:r>
            <a:r>
              <a:rPr lang="en-US" dirty="0"/>
              <a:t> We've achieved massive visibility with </a:t>
            </a:r>
            <a:r>
              <a:rPr lang="en-US" b="1" dirty="0"/>
              <a:t>3 Billion impressions</a:t>
            </a:r>
            <a:r>
              <a:rPr lang="en-US" dirty="0"/>
              <a:t> and </a:t>
            </a:r>
            <a:r>
              <a:rPr lang="en-US" b="1" dirty="0"/>
              <a:t>2 Billion in reach</a:t>
            </a:r>
            <a:r>
              <a:rPr lang="en-US" dirty="0"/>
              <a:t>, showing incredibly strong brand awareness.</a:t>
            </a:r>
          </a:p>
          <a:p>
            <a:r>
              <a:rPr lang="en-US" b="1" dirty="0"/>
              <a:t>High Engagement Volume:</a:t>
            </a:r>
            <a:r>
              <a:rPr lang="en-US" dirty="0"/>
              <a:t> This visibility is backed by high-volume audience interaction: </a:t>
            </a:r>
            <a:r>
              <a:rPr lang="en-US" b="1" dirty="0"/>
              <a:t>297 Million likes</a:t>
            </a:r>
            <a:r>
              <a:rPr lang="en-US" dirty="0"/>
              <a:t>, </a:t>
            </a:r>
            <a:r>
              <a:rPr lang="en-US" b="1" dirty="0"/>
              <a:t>37 Million comments</a:t>
            </a:r>
            <a:r>
              <a:rPr lang="en-US" dirty="0"/>
              <a:t>, and </a:t>
            </a:r>
            <a:r>
              <a:rPr lang="en-US" b="1" dirty="0"/>
              <a:t>18 Million saves</a:t>
            </a:r>
            <a:r>
              <a:rPr lang="en-US" dirty="0"/>
              <a:t>.</a:t>
            </a:r>
          </a:p>
          <a:p>
            <a:r>
              <a:rPr lang="en-US" b="1" dirty="0"/>
              <a:t>Stellar Engagement Rate:</a:t>
            </a:r>
            <a:r>
              <a:rPr lang="en-US" dirty="0"/>
              <a:t> With </a:t>
            </a:r>
            <a:r>
              <a:rPr lang="en-US" b="1" dirty="0"/>
              <a:t>100,000 posts</a:t>
            </a:r>
            <a:r>
              <a:rPr lang="en-US" dirty="0"/>
              <a:t> and </a:t>
            </a:r>
            <a:r>
              <a:rPr lang="en-US" b="1" dirty="0"/>
              <a:t>18 Million followers</a:t>
            </a:r>
            <a:r>
              <a:rPr lang="en-US" dirty="0"/>
              <a:t>, the account maintains an exceptional </a:t>
            </a:r>
            <a:r>
              <a:rPr lang="en-US" b="1" dirty="0"/>
              <a:t>16.85% engagement rate</a:t>
            </a:r>
            <a:r>
              <a:rPr lang="en-US" dirty="0"/>
              <a:t>, which is far above industry benchmarks and signals a highly active community.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F8DBC-BFB0-EAE2-4519-28CF4CFC3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6" t="33587" r="30533" b="30592"/>
          <a:stretch>
            <a:fillRect/>
          </a:stretch>
        </p:blipFill>
        <p:spPr>
          <a:xfrm>
            <a:off x="2131101" y="1180474"/>
            <a:ext cx="7929797" cy="224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7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383F-54E0-ED49-D2D7-91F6084D9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2278"/>
            <a:ext cx="10515600" cy="63921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b="1" u="sng" dirty="0"/>
              <a:t>Content Performance: What's Working?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2A2567-4F3C-0817-22D1-D7622C4D79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4100399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Reels are the Undisputed Winner: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analysis is clear: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the most powerful format, leading across all key metrics—likes, comments, and saves.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Exceptional Consistency: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Audience affinity is strong, with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posts exceeding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Million likes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average engagement rate per post is a remarkably high and consistent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18.27%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Format Use: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Videos and Images perform well but clearly trail the engagement of Reels.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Stories underperform in this area and are best used for retention or driving traffic (CTAs), not for primary engagement.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2C64B-33CA-6FC2-018C-1925D4383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" t="10601" r="-424" b="7067"/>
          <a:stretch>
            <a:fillRect/>
          </a:stretch>
        </p:blipFill>
        <p:spPr>
          <a:xfrm>
            <a:off x="2962544" y="997859"/>
            <a:ext cx="6266910" cy="291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72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6874-3536-CBFD-C49F-08F1DB8F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087"/>
            <a:ext cx="10515600" cy="8490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u="sng" dirty="0"/>
              <a:t>Top Posts</a:t>
            </a:r>
            <a:endParaRPr lang="en-IN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922F5-1AF2-C80E-C055-198F7CC12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7" t="10508" r="7160" b="13989"/>
          <a:stretch>
            <a:fillRect/>
          </a:stretch>
        </p:blipFill>
        <p:spPr>
          <a:xfrm>
            <a:off x="2153587" y="1532744"/>
            <a:ext cx="7884826" cy="3792512"/>
          </a:xfrm>
        </p:spPr>
      </p:pic>
    </p:spTree>
    <p:extLst>
      <p:ext uri="{BB962C8B-B14F-4D97-AF65-F5344CB8AC3E}">
        <p14:creationId xmlns:p14="http://schemas.microsoft.com/office/powerpoint/2010/main" val="156578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FC7F-A232-8254-7009-E6D22BC7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25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u="sng" dirty="0"/>
              <a:t>Timing &amp; Frequency: When to Post?</a:t>
            </a:r>
            <a:endParaRPr lang="en-IN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A36BD0-5DE9-395C-A3DA-BA50272A00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4736166"/>
            <a:ext cx="10515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Finding 1: The Audience is Always On.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major finding is that engagement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   across all days of the week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There is no need to restrict our schedule to specific "peak days." This gives us complete scheduling flexibility.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07FB0-7AAE-001C-5BF4-48A714356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" t="10410" r="7094" b="7645"/>
          <a:stretch>
            <a:fillRect/>
          </a:stretch>
        </p:blipFill>
        <p:spPr>
          <a:xfrm>
            <a:off x="3175597" y="1294736"/>
            <a:ext cx="5840805" cy="30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81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F45AA-9607-E222-75C3-A0F7A672D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595" y="4512038"/>
            <a:ext cx="10515600" cy="1799834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Finding 2: Posting is Driven by Campaigns.</a:t>
            </a:r>
            <a:r>
              <a:rPr lang="en-US" altLang="en-US" sz="2000" dirty="0">
                <a:latin typeface="Arial" panose="020B0604020202020204" pitchFamily="34" charset="0"/>
              </a:rPr>
              <a:t> The posting strategy is stable, with a significant spike in </a:t>
            </a:r>
            <a:r>
              <a:rPr lang="en-US" altLang="en-US" sz="2000" b="1" dirty="0">
                <a:latin typeface="Arial" panose="020B0604020202020204" pitchFamily="34" charset="0"/>
              </a:rPr>
              <a:t>May 2024</a:t>
            </a:r>
            <a:r>
              <a:rPr lang="en-US" altLang="en-US" sz="2000" dirty="0">
                <a:latin typeface="Arial" panose="020B0604020202020204" pitchFamily="34" charset="0"/>
              </a:rPr>
              <a:t> (likely a major campaign) and a dip in </a:t>
            </a:r>
            <a:r>
              <a:rPr lang="en-US" altLang="en-US" sz="2000" b="1" dirty="0">
                <a:latin typeface="Arial" panose="020B0604020202020204" pitchFamily="34" charset="0"/>
              </a:rPr>
              <a:t>March 2025</a:t>
            </a:r>
            <a:r>
              <a:rPr lang="en-US" altLang="en-US" sz="2000" dirty="0">
                <a:latin typeface="Arial" panose="020B0604020202020204" pitchFamily="34" charset="0"/>
              </a:rPr>
              <a:t> (a possible strategic pause).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Key Takeaway:</a:t>
            </a:r>
            <a:r>
              <a:rPr lang="en-US" altLang="en-US" sz="2000" dirty="0">
                <a:latin typeface="Arial" panose="020B0604020202020204" pitchFamily="34" charset="0"/>
              </a:rPr>
              <a:t> Our posting schedule should be dictated by our marketing calendar, not by a specific "best day."</a:t>
            </a:r>
          </a:p>
          <a:p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0A45C6-2755-0046-D99C-54CDAC02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155"/>
            <a:ext cx="10515600" cy="62422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u="sng" dirty="0"/>
              <a:t>Timing &amp; Frequency: When to Post?</a:t>
            </a:r>
            <a:endParaRPr lang="en-IN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57009-A581-A6BA-07CD-C4C0BEBF6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4" t="7165" b="7914"/>
          <a:stretch>
            <a:fillRect/>
          </a:stretch>
        </p:blipFill>
        <p:spPr>
          <a:xfrm>
            <a:off x="3463617" y="1300396"/>
            <a:ext cx="5547555" cy="297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8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140B-199D-0901-78D6-23DDDBA2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929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u="sng" dirty="0"/>
              <a:t>The "Reach vs. Engagement" Gap</a:t>
            </a:r>
            <a:endParaRPr lang="en-IN" b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76A882-D387-96FE-7F8F-73324FB6B0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4557" y="4646020"/>
            <a:ext cx="1125761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Core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is our most critical insight. We have a massive visibility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Billion impressions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this only translates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0.7% engagement-to-impression ratio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This Means: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signals a "Reach-Engagement Gap." While we are excellent at getting content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(passive viewing), we are missing opportunities to get that massive audience to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(active engagement).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Hypothesis: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content may lack strong enough hooks, compelling storytelling, or precise targeting to convert passive viewers into active engagers.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F070F-5897-B441-6C5E-94ABD9526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" t="5401" r="2401" b="5620"/>
          <a:stretch>
            <a:fillRect/>
          </a:stretch>
        </p:blipFill>
        <p:spPr>
          <a:xfrm>
            <a:off x="3203800" y="1055034"/>
            <a:ext cx="5784400" cy="33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8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E5CA-36CC-53C5-D72F-91AC2701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960"/>
            <a:ext cx="10515600" cy="796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u="sng" dirty="0"/>
              <a:t>Top Engagements</a:t>
            </a:r>
            <a:endParaRPr lang="en-IN" b="1" u="sng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A670B6-F0A1-6E4D-D3E5-68BC3606A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1" t="9484" r="6627" b="12109"/>
          <a:stretch>
            <a:fillRect/>
          </a:stretch>
        </p:blipFill>
        <p:spPr>
          <a:xfrm>
            <a:off x="2227556" y="1618936"/>
            <a:ext cx="7736888" cy="4032355"/>
          </a:xfrm>
        </p:spPr>
      </p:pic>
    </p:spTree>
    <p:extLst>
      <p:ext uri="{BB962C8B-B14F-4D97-AF65-F5344CB8AC3E}">
        <p14:creationId xmlns:p14="http://schemas.microsoft.com/office/powerpoint/2010/main" val="308599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2867-B661-3D44-815F-C5EDD48D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15"/>
            <a:ext cx="10515600" cy="6092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b="1" u="sng" dirty="0"/>
              <a:t>Hashtag Analysis &amp; Optimization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37B4C-F398-E7C0-5EC2-1E39463DF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0" y="936039"/>
            <a:ext cx="9908499" cy="360598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6FAB2F-BC55-FFC9-136C-AE0EC11EBFFF}"/>
              </a:ext>
            </a:extLst>
          </p:cNvPr>
          <p:cNvSpPr txBox="1"/>
          <p:nvPr/>
        </p:nvSpPr>
        <p:spPr>
          <a:xfrm>
            <a:off x="652695" y="4572003"/>
            <a:ext cx="108866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Top Performers:</a:t>
            </a:r>
            <a:r>
              <a:rPr lang="en-US" sz="2000" dirty="0"/>
              <a:t> The hashtags </a:t>
            </a:r>
            <a:r>
              <a:rPr lang="en-US" sz="2000" b="1" dirty="0"/>
              <a:t>#BoldLooks</a:t>
            </a:r>
            <a:r>
              <a:rPr lang="en-US" sz="2000" dirty="0"/>
              <a:t> and </a:t>
            </a:r>
            <a:r>
              <a:rPr lang="en-US" sz="2000" b="1" dirty="0"/>
              <a:t>#VeganBeauty</a:t>
            </a:r>
            <a:r>
              <a:rPr lang="en-US" sz="2000" dirty="0"/>
              <a:t> are our sweet spot. They drive both high usage </a:t>
            </a:r>
            <a:r>
              <a:rPr lang="en-US" sz="2000" i="1" dirty="0"/>
              <a:t>and</a:t>
            </a:r>
            <a:r>
              <a:rPr lang="en-US" sz="2000" dirty="0"/>
              <a:t> high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Over-Used / Under-Engaging:</a:t>
            </a:r>
            <a:r>
              <a:rPr lang="en-US" sz="2000" dirty="0"/>
              <a:t> Conversely, core brand tags like </a:t>
            </a:r>
            <a:r>
              <a:rPr lang="en-US" sz="2000" b="1" dirty="0"/>
              <a:t>#SugarCosmetics</a:t>
            </a:r>
            <a:r>
              <a:rPr lang="en-US" sz="2000" dirty="0"/>
              <a:t> and </a:t>
            </a:r>
            <a:r>
              <a:rPr lang="en-US" sz="2000" b="1" dirty="0"/>
              <a:t>#CrueltyFree</a:t>
            </a:r>
            <a:r>
              <a:rPr lang="en-US" sz="2000" dirty="0"/>
              <a:t> are over-used but deliver low engagement. They are taking up valuable caption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Action:</a:t>
            </a:r>
            <a:r>
              <a:rPr lang="en-US" sz="2000" dirty="0"/>
              <a:t> We must re-evaluate our hashtag mix, reducing reliance on the under-performing tags and increasing the use of our proven top performers.</a:t>
            </a:r>
          </a:p>
        </p:txBody>
      </p:sp>
    </p:spTree>
    <p:extLst>
      <p:ext uri="{BB962C8B-B14F-4D97-AF65-F5344CB8AC3E}">
        <p14:creationId xmlns:p14="http://schemas.microsoft.com/office/powerpoint/2010/main" val="5855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D19F-5880-3D65-2A44-4DA7904F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2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b="1" u="sng" dirty="0"/>
              <a:t>Final Strategic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B0A8C3-F242-8773-8AC5-4FF17E336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372" y="1332010"/>
            <a:ext cx="1065925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Double-Down on Reels: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Given Reels are the undisputed engagement leader, we must prioritize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Reel production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all key announcements and storytelling to maximize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Bridge the Engagement Gap: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must address the 0.7% impression-to-engagement ratio. We recommend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A/B testing stronger hooks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first 3 seconds of Reels and adding clearer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Calls-to-Action (CTAs)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captions to convert viewers.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Hashtag Strategy: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Immediately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the use of #SugarCosmetics &amp; #CrueltyFree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Replace them with high-performers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#BoldLooks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#VeganBeauty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our engagement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Replicate Success: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 a team to analyze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April 2025 peak posts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(1.1M+ likes) and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June 2024 campaign spike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We must identify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made them successful and build a playbook to replicate it.</a:t>
            </a:r>
          </a:p>
        </p:txBody>
      </p:sp>
    </p:spTree>
    <p:extLst>
      <p:ext uri="{BB962C8B-B14F-4D97-AF65-F5344CB8AC3E}">
        <p14:creationId xmlns:p14="http://schemas.microsoft.com/office/powerpoint/2010/main" val="84520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678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Instagram Performance Analytics for Sugar Cosmetics</vt:lpstr>
      <vt:lpstr>Key Performance Indicators (KPIs)</vt:lpstr>
      <vt:lpstr>Content Performance: What's Working?</vt:lpstr>
      <vt:lpstr>Top Posts</vt:lpstr>
      <vt:lpstr>Timing &amp; Frequency: When to Post?</vt:lpstr>
      <vt:lpstr>Timing &amp; Frequency: When to Post?</vt:lpstr>
      <vt:lpstr>The "Reach vs. Engagement" Gap</vt:lpstr>
      <vt:lpstr>Top Engagements</vt:lpstr>
      <vt:lpstr>Hashtag Analysis &amp; Optimization</vt:lpstr>
      <vt:lpstr>Final 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Vishwakarma</dc:creator>
  <cp:lastModifiedBy>Komal Vishwakarma</cp:lastModifiedBy>
  <cp:revision>1</cp:revision>
  <dcterms:created xsi:type="dcterms:W3CDTF">2025-11-15T13:45:19Z</dcterms:created>
  <dcterms:modified xsi:type="dcterms:W3CDTF">2025-11-15T14:40:26Z</dcterms:modified>
</cp:coreProperties>
</file>